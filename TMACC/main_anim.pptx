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961896956e3194b9a8d7dce23d5f0db3c07bf1cbb87a295ee109baf60d65db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f220ef0dc9d06348ac916b13e3f98152a266ae23485b91e3caf709bfc343ca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4edc9b84068e39dc9f12dcdd2497d28da546f79c1d8d53b97c7410af45a9e7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9e39385c814a7fa580bc9c32d80f1560ceb0d34e0487d35b8f20f24b7cc0fb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b351e76a52141a40c4403b37e497f122f557afa85552c07e9d6f30e1783898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3b249626bcd87ca5ad0cf38d58d5cdc81726c3ec8dcf80bf4dcfab761f81c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